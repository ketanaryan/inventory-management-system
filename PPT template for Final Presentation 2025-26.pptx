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Default Extension="wdp" ContentType="image/vnd.ms-photo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9" r:id="rId5"/>
    <p:sldId id="257" r:id="rId6"/>
    <p:sldId id="258" r:id="rId7"/>
    <p:sldId id="406" r:id="rId8"/>
    <p:sldId id="273" r:id="rId9"/>
    <p:sldId id="275" r:id="rId10"/>
    <p:sldId id="453" r:id="rId11"/>
    <p:sldId id="426" r:id="rId12"/>
    <p:sldId id="428" r:id="rId13"/>
    <p:sldId id="409" r:id="rId14"/>
    <p:sldId id="399" r:id="rId15"/>
    <p:sldId id="445" r:id="rId16"/>
    <p:sldId id="405" r:id="rId17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2" autoAdjust="0"/>
    <p:restoredTop sz="89842" autoAdjust="0"/>
  </p:normalViewPr>
  <p:slideViewPr>
    <p:cSldViewPr snapToGrid="0" showGuides="1">
      <p:cViewPr varScale="1">
        <p:scale>
          <a:sx n="73" d="100"/>
          <a:sy n="73" d="100"/>
        </p:scale>
        <p:origin x="-60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0" d="100"/>
          <a:sy n="90" d="100"/>
        </p:scale>
        <p:origin x="3774" y="96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E520D69-B2A6-4651-85F3-992158983495}" type="datetime1">
              <a:rPr lang="en-GB" smtClean="0"/>
              <a:pPr rtl="0"/>
              <a:t>10/10/2023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834459-7356-44BF-850D-8B30C4FB3B6B}" type="slidenum">
              <a:rPr lang="en-GB" smtClean="0"/>
              <a:pPr rtl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0B0BC-5F5A-4563-8D5F-5EBE8705E78B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A3C37BE-C303-496D-B5CD-85F2937540FC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1033355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097015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22B4CE67-49A1-4954-B535-D011B21685D9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59756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5A2EB74-D6DB-40B9-8AC8-BA8DD588C21F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786876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Instructional Text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en-GB" sz="1200" b="1" i="1" noProof="0" dirty="0">
                <a:latin typeface="Arial" pitchFamily="34" charset="0"/>
                <a:cs typeface="Arial" pitchFamily="34" charset="0"/>
              </a:rPr>
              <a:t>NOTE:</a:t>
            </a:r>
          </a:p>
          <a:p>
            <a:pPr rtl="0"/>
            <a:r>
              <a:rPr lang="en-GB" sz="1200" i="1" noProof="0" dirty="0">
                <a:latin typeface="Arial" pitchFamily="34" charset="0"/>
                <a:cs typeface="Arial" pitchFamily="34" charset="0"/>
              </a:rPr>
              <a:t>To change the image on this slide, select the picture and delete it. Then click the Pictures icon in the placeholder to insert your own image.</a:t>
            </a:r>
          </a:p>
        </p:txBody>
      </p:sp>
    </p:spTree>
    <p:extLst>
      <p:ext uri="{BB962C8B-B14F-4D97-AF65-F5344CB8AC3E}">
        <p14:creationId xmlns:p14="http://schemas.microsoft.com/office/powerpoint/2010/main" xmlns="" val="2673943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GB" noProof="0" dirty="0"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CBF5231-8870-441E-8E82-3BE95C2D4F16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02678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0E5344F-59C3-4858-8571-433797DFCF9E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527791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7B145EF-5566-469D-AEC4-BEBCB09EDC55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971016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E16BA12-8505-4D9F-A29D-C64373B3BF05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1758111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70D8CA9-C44B-4D4A-A5C1-973DB36DB758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02416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224CF92-45F0-4F21-AF38-1A81E82CAE2B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769764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A17A61D-7B9C-429F-ACCF-69D4850EF890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769637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B0C9D9D-358B-4B6B-9CB9-B14223D14AA3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2012076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4F5FE40-BBFB-4CB9-AAA5-59BD3AE478A7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45927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2FEB5231-77C7-46B6-AE08-DF88FFC67703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ctrTitle"/>
          </p:nvPr>
        </p:nvSpPr>
        <p:spPr>
          <a:xfrm>
            <a:off x="2866030" y="13855"/>
            <a:ext cx="9325970" cy="1129145"/>
          </a:xfrm>
        </p:spPr>
        <p:txBody>
          <a:bodyPr>
            <a:noAutofit/>
          </a:bodyPr>
          <a:lstStyle/>
          <a:p>
            <a:pPr lvl="0" algn="ctr"/>
            <a:r>
              <a:rPr lang="en-US" sz="3200" b="1" cap="none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Project Title</a:t>
            </a: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5064468" y="1183543"/>
            <a:ext cx="4929094" cy="449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endParaRPr lang="en-US" sz="2000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dirty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Presented by</a:t>
            </a:r>
            <a:endParaRPr lang="en-US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b="1" dirty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Student1 Name</a:t>
            </a:r>
          </a:p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b="1" dirty="0" smtClean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Student2 </a:t>
            </a:r>
            <a:r>
              <a:rPr lang="en-US" sz="2400" b="1" dirty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Name</a:t>
            </a:r>
            <a:endParaRPr lang="en-US" sz="2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b="1" dirty="0" smtClean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Student3 </a:t>
            </a:r>
            <a:r>
              <a:rPr lang="en-US" sz="2400" b="1" dirty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Name</a:t>
            </a:r>
          </a:p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b="1" dirty="0" smtClean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Student4 </a:t>
            </a:r>
            <a:r>
              <a:rPr lang="en-US" sz="2400" b="1" dirty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Name</a:t>
            </a:r>
          </a:p>
          <a:p>
            <a:pPr lvl="0" indent="228600" algn="ctr"/>
            <a:endParaRPr kumimoji="0" lang="en-GB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algn="ctr"/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pPr lvl="0" indent="228600" algn="ctr"/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Guide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Name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indent="228600" algn="ctr"/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Department of Computer Engineering,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indent="228600" algn="ctr"/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SITRC, Nashik</a:t>
            </a:r>
          </a:p>
          <a:p>
            <a:pPr algn="ctr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lvl="0" indent="228600" algn="ctr"/>
            <a:endParaRPr lang="en-US" sz="2000" dirty="0"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3257" y="3429000"/>
            <a:ext cx="37167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endParaRPr lang="en-IN" sz="2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Sandip Institute of Technology and Research Center, Nashik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41816081-3C1B-4779-A7F4-E77629E22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0361" y="2289004"/>
            <a:ext cx="1462535" cy="1391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SIPS">
            <a:extLst>
              <a:ext uri="{FF2B5EF4-FFF2-40B4-BE49-F238E27FC236}">
                <a16:creationId xmlns:a16="http://schemas.microsoft.com/office/drawing/2014/main" xmlns="" id="{822BE39B-145A-4D34-BEDE-E8F648741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2934" y="49367"/>
            <a:ext cx="1351915" cy="94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11749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Content</a:t>
            </a:r>
            <a:endParaRPr lang="en-IN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</a:pP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4255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IN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6E92E800-6518-7B12-B44A-39AB29690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</a:pP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0278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IN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CB95F7BD-14CE-ABB1-2826-BC104C03C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</a:pP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5267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95D24EB8-6007-7950-ED75-C5F11179B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</a:pP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6357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8CB6C133-B7BF-8134-4416-9F57E3B30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</a:pP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6357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09600" y="1371600"/>
            <a:ext cx="109728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/>
            </a:pPr>
            <a:endParaRPr lang="en-US" altLang="zh-CN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32114" y="274638"/>
            <a:ext cx="1000936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buClr>
                <a:schemeClr val="bg2">
                  <a:lumMod val="25000"/>
                </a:schemeClr>
              </a:buClr>
            </a:pPr>
            <a:r>
              <a:rPr lang="en-US" altLang="zh-CN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Proposed Work</a:t>
            </a:r>
          </a:p>
        </p:txBody>
      </p:sp>
    </p:spTree>
    <p:extLst>
      <p:ext uri="{BB962C8B-B14F-4D97-AF65-F5344CB8AC3E}">
        <p14:creationId xmlns:p14="http://schemas.microsoft.com/office/powerpoint/2010/main" xmlns="" val="3339098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IN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Results Analysis</a:t>
            </a:r>
            <a:endParaRPr lang="en-US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C1122206-0AEE-52CA-4789-8DB9BF25A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</a:pP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5654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12993" y="653534"/>
            <a:ext cx="19014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800" b="1" dirty="0"/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xmlns="" id="{1B6CEDA8-7B8F-B491-50AE-62E3B48CA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</a:pP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38248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IN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Future Scope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ED53F662-C936-024E-956B-1609B6987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</a:pP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5705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Authors Publication</a:t>
            </a:r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A0846CB0-0C05-AF24-D7DA-E91F97687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</a:pP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851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EEF929BC-58EF-2BDE-624E-159B91B12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</a:pP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698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477853" y="2967335"/>
            <a:ext cx="344850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5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851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hD predefense PPT Mangesh Ghonge 2018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_12786043_TF03431380" id="{07BF4009-79A5-4904-9F0A-8BB88901F77F}" vid="{E001E2E9-9C41-4174-AA22-D51AC64C486F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4873beb7-5857-4685-be1f-d57550cc96c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PhD predefense PPT Mangesh Ghonge 2018</Template>
  <TotalTime>0</TotalTime>
  <Words>65</Words>
  <Application>Microsoft Office PowerPoint</Application>
  <PresentationFormat>Custom</PresentationFormat>
  <Paragraphs>38</Paragraphs>
  <Slides>13</Slides>
  <Notes>11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PhD predefense PPT Mangesh Ghonge 2018</vt:lpstr>
      <vt:lpstr>Project Title</vt:lpstr>
      <vt:lpstr>Content</vt:lpstr>
      <vt:lpstr>Introduction</vt:lpstr>
      <vt:lpstr>Literature Review</vt:lpstr>
      <vt:lpstr>Problem Statement</vt:lpstr>
      <vt:lpstr>Objectives</vt:lpstr>
      <vt:lpstr>Slide 7</vt:lpstr>
      <vt:lpstr>Results Analysis</vt:lpstr>
      <vt:lpstr>         </vt:lpstr>
      <vt:lpstr>Future Scope</vt:lpstr>
      <vt:lpstr>Authors Publication</vt:lpstr>
      <vt:lpstr>References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2018-02-16T09:59:41Z</dcterms:created>
  <dcterms:modified xsi:type="dcterms:W3CDTF">2023-10-10T14:53:00Z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